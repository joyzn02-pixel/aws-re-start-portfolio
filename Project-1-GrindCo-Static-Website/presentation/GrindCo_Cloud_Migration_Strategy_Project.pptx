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0"/>
            <a:ext cx="32512000" cy="18288000"/>
          </a:xfrm>
          <a:custGeom>
            <a:avLst/>
            <a:gdLst/>
            <a:ahLst/>
            <a:cxnLst/>
            <a:rect l="l" t="t" r="r" b="b"/>
            <a:pathLst>
              <a:path w="43349292" h="24384000">
                <a:moveTo>
                  <a:pt x="0" y="0"/>
                </a:moveTo>
                <a:lnTo>
                  <a:pt x="43349292" y="0"/>
                </a:lnTo>
                <a:lnTo>
                  <a:pt x="43349292" y="24384000"/>
                </a:lnTo>
                <a:lnTo>
                  <a:pt x="0" y="24384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  <p:txBody>
            <a:bodyPr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Writer</Application>
  <PresentationFormat>On-screen Show (4:3)</PresentationFormat>
  <Paragraphs>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SimSun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GrindCo Cloud Migration Strategy-2.pdf</dc:title>
  <dc:creator/>
  <cp:lastModifiedBy>Sam Bam</cp:lastModifiedBy>
  <cp:revision>2</cp:revision>
  <dcterms:created xsi:type="dcterms:W3CDTF">2026-05-25T07:29:47Z</dcterms:created>
  <dcterms:modified xsi:type="dcterms:W3CDTF">2026-05-25T07:29:47Z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017076250B22D9716BFA136AE0D2C36D_43</vt:lpwstr>
  </property>
  <property fmtid="{D5CDD505-2E9C-101B-9397-08002B2CF9AE}" pid="3" name="KSOProductBuildVer">
    <vt:lpwstr>1033-12.1.23158.23158</vt:lpwstr>
  </property>
</Properties>
</file>